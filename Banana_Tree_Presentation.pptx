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EB3B"/>
                </a:solidFill>
              </a:defRPr>
            </a:pPr>
            <a:r>
              <a:t>The Banana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Musa species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C8E6C9"/>
                </a:solidFill>
              </a:defRPr>
            </a:pPr>
            <a:r>
              <a:t>A Complete Guide to the World's Most Popular Fruit Plant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E7D32"/>
                </a:solidFill>
              </a:defRPr>
            </a:pPr>
            <a:r>
              <a:t>What is a Banana Tree?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762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 The banana tree (Musa spp.) is not actually a tree - it's the world's largest herbaceous plant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 It belongs to the family Musaceae and is native to Southeast Asia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 The "trunk" is actually a pseudostem made of tightly packed leaf sheaths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 Banana plants can grow 2 to 9 meters (6 to 30 feet) tall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 They are one of the oldest cultivated plants, dating back over 8,000 years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 Over 1,000 varieties of bananas exist worldwide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E7D32"/>
                </a:solidFill>
              </a:defRPr>
            </a:pPr>
            <a:r>
              <a:t>Anatomy of a Banana Plant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762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PSEUDOSTEM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Made of overlapping leaf sheaths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Contains up to 90% water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Supports the entire plant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LEAVES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Can be 2.7 m (9 ft) long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Arranged in a spiral pattern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New leaves emerge from the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RHIZOME (Corm)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True stem underground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Produces suckers (new plants)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Stores nutrients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ROOTS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Fibrous root system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Spread up to 5 m wide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Mostly in top 60 cm of soil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E6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E7D32"/>
                </a:solidFill>
              </a:defRPr>
            </a:pPr>
            <a:r>
              <a:t>Ideal Growing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762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*  Climate: Tropical and subtropical regions (USDA Zones 9-11)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 Temperature: 26-30 C (78-86 F) optimal; growth stops below 14 C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*  Water: 100-200 mm of rainfall per month; consistent moisture needed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*  Sunlight: 12 hours of bright light daily; tolerates partial shade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*  Soil: Rich, well-drained loamy soil with pH 5.5-7.0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*  Wind Protection: Sheltered locations preferred (leaves tear easily)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E7D32"/>
                </a:solidFill>
              </a:defRPr>
            </a:pPr>
            <a:r>
              <a:t>Life Cycle of the Banana Plant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762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[1]  VEGETATIVE STAGE (6-8 months)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   •  Rapid leaf production; 1 new leaf every 7-10 days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   •  Pseudostem grows to full height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[2]  FLOWERING STAGE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   •  Inflorescence (flower bud) emerges from top of pseudostem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   •  Female flowers develop into banana fingers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[3]  FRUITING STAGE (3-6 months after flowering)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   •  Bunches develop with 5-20 hands, each with 10-20 bananas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   •  Fruits mature and ripen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[4]  HARVEST &amp; REGROWTH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   •  After harvest, the mother plant dies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   •  Suckers grow to replace the parent plant (ratoon cropping)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E7D32"/>
                </a:solidFill>
              </a:defRPr>
            </a:pPr>
            <a:r>
              <a:t>Popular Banana Varieties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762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DESSERT BANANAS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Cavendish - Most common worldwide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Lady Finger - Small, sweet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Red Banana - Creamy, raspberry hint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Blue Java - Ice cream banana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Gros Michel - Historic variety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COOKING BANANAS (PLANTAINS)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Horn Plantain - Large, starchy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French Plantain - Medium, versatile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Matooke - East African staple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ORNAMENTAL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Musa ensete - Ethiopian banana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Musa velutina - Pink banana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E7D32"/>
                </a:solidFill>
              </a:defRPr>
            </a:pPr>
            <a:r>
              <a:t>Nutritional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Per medium banana (118g):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Calories: 105 kcal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Carbohydrates: 27g (natural sugars + fiber)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Dietary Fiber: 3.1g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Protein: 1.3g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Fat: 0.4g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Key Vitamins &amp; Minerals: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Potassium: 422 mg (12% DV) - supports heart health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Vitamin B6: 0.43 mg (25% DV) - brain function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Vitamin C: 10.3 mg (11% DV) - immune support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Magnesium: 32 mg (8% DV) - muscle function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E7D32"/>
                </a:solidFill>
              </a:defRPr>
            </a:pPr>
            <a:r>
              <a:t>Uses &amp; Economic Importance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762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FOOD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Fresh fruit, dried, chips, flour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Cooked as vegetable (plantains)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Banana bread, smoothies, desserts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FIBER &amp; TEXTILES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Banana fiber for ropes &amp; textiles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Paper production from pseudostem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Biodegradable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ECONOMIC FACTS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4th most important food crop globally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Annual production: ~120 million tonnes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Top producers: India, China, Indonesia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Top exporters: Ecuador, Philippines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OTHER USES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Animal feed (leaves &amp; peels)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Traditional medicine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•  Biofuel potential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E7D32"/>
                </a:solidFill>
              </a:defRPr>
            </a:pPr>
            <a:r>
              <a:t>Challenges &amp; Threats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762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!  Panama Disease (Fusarium wilt TR4)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   •  Devastating soil-borne fungus threatening Cavendish variety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   •  No effective chemical control; spreads through soil and water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!  Black Sigatoka (leaf disease)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   •  Reduces yields by 50% or more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   •  Requires heavy fungicide use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!  Climate Change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   •  Shifting suitable growing zones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   •  Increased storm damage to plantations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!  Genetic Vulnerability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   •  Most commercial bananas are genetic clones (no seeds)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   •  Lack of diversity makes them susceptible to pandemics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EB3B"/>
                </a:solidFill>
              </a:defRPr>
            </a:pPr>
            <a:r>
              <a:t>Fun Facts &amp;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*  Bananas are berries (botanically), but strawberries are not!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*  A banana plant can produce 100-400 bananas per bunch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*  Banana peels can be used to polish silverware and leather shoes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*  The word "banana" likely comes from the Arabic word "banan" (finger)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*  Humans share about 60% of their DNA with bananas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*  Bananas float in water because they are less dense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EB3B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